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Дневник заметок и навык </a:t>
            </a:r>
            <a:r>
              <a:rPr lang="ru-RU" b="1" dirty="0" err="1"/>
              <a:t>Яндекс.Алисы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Веб-сервер + голосовой </a:t>
            </a:r>
            <a:r>
              <a:rPr lang="ru-RU" dirty="0" smtClean="0"/>
              <a:t>интерфейс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802389" y="5638800"/>
            <a:ext cx="3656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Выполнил: Коршунов Ярослав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3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723142"/>
            <a:ext cx="8825659" cy="3416300"/>
          </a:xfrm>
        </p:spPr>
        <p:txBody>
          <a:bodyPr>
            <a:normAutofit/>
          </a:bodyPr>
          <a:lstStyle/>
          <a:p>
            <a:r>
              <a:rPr lang="ru-RU" sz="2200" dirty="0"/>
              <a:t>Заметки часто ведут в разных приложениях, без единого доступа с компьютера и «с колонки».</a:t>
            </a:r>
          </a:p>
          <a:p>
            <a:r>
              <a:rPr lang="ru-RU" sz="2200" dirty="0"/>
              <a:t>Голосовой ввод удобен, когда руки заняты: дорога, кухня, учёба.</a:t>
            </a:r>
          </a:p>
          <a:p>
            <a:r>
              <a:rPr lang="ru-RU" sz="2200" dirty="0"/>
              <a:t>Нужно связать </a:t>
            </a:r>
            <a:r>
              <a:rPr lang="ru-RU" sz="2200" b="1" dirty="0"/>
              <a:t>привычный веб-сервис</a:t>
            </a:r>
            <a:r>
              <a:rPr lang="ru-RU" sz="2200" dirty="0"/>
              <a:t> (файлы, теги, API) с </a:t>
            </a:r>
            <a:r>
              <a:rPr lang="ru-RU" sz="2200" b="1" dirty="0"/>
              <a:t>экосистемой Яндекса</a:t>
            </a:r>
            <a:r>
              <a:rPr lang="ru-RU" sz="2200" dirty="0"/>
              <a:t>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237449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Проблема и </a:t>
            </a:r>
            <a:r>
              <a:rPr lang="ru-RU" b="1" dirty="0" smtClean="0"/>
              <a:t>цель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b="1" dirty="0"/>
              <a:t>Проблема:</a:t>
            </a:r>
            <a:r>
              <a:rPr lang="ru-RU" sz="2200" dirty="0"/>
              <a:t> разрозненные записи; нет единого места для текста, картинок и голосового дополнения</a:t>
            </a:r>
            <a:r>
              <a:rPr lang="ru-RU" sz="2200" dirty="0" smtClean="0"/>
              <a:t>.</a:t>
            </a:r>
          </a:p>
          <a:p>
            <a:endParaRPr lang="ru-RU" sz="2200" b="1" dirty="0"/>
          </a:p>
          <a:p>
            <a:r>
              <a:rPr lang="ru-RU" sz="2200" b="1" dirty="0" smtClean="0"/>
              <a:t>Цель</a:t>
            </a:r>
            <a:r>
              <a:rPr lang="ru-RU" sz="2200" b="1" dirty="0"/>
              <a:t>:</a:t>
            </a:r>
            <a:r>
              <a:rPr lang="ru-RU" sz="2200" dirty="0"/>
              <a:t> реализовать веб-приложение с БД и REST API и добавить </a:t>
            </a:r>
            <a:r>
              <a:rPr lang="ru-RU" sz="2200" b="1" dirty="0"/>
              <a:t>навык Алисы</a:t>
            </a:r>
            <a:r>
              <a:rPr lang="ru-RU" sz="2200" dirty="0"/>
              <a:t> с </a:t>
            </a:r>
            <a:r>
              <a:rPr lang="ru-RU" sz="2200" dirty="0" err="1"/>
              <a:t>вебхуком</a:t>
            </a:r>
            <a:r>
              <a:rPr lang="ru-RU" sz="2200" dirty="0"/>
              <a:t>, чтобы управлять теми же заметками голосом после привязки аккаунта.</a:t>
            </a:r>
          </a:p>
        </p:txBody>
      </p:sp>
    </p:spTree>
    <p:extLst>
      <p:ext uri="{BB962C8B-B14F-4D97-AF65-F5344CB8AC3E}">
        <p14:creationId xmlns:p14="http://schemas.microsoft.com/office/powerpoint/2010/main" val="2248137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Идея </a:t>
            </a:r>
            <a:r>
              <a:rPr lang="ru-RU" b="1" dirty="0" smtClean="0"/>
              <a:t>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603500"/>
            <a:ext cx="8698347" cy="3416300"/>
          </a:xfrm>
        </p:spPr>
        <p:txBody>
          <a:bodyPr>
            <a:normAutofit/>
          </a:bodyPr>
          <a:lstStyle/>
          <a:p>
            <a:r>
              <a:rPr lang="ru-RU" sz="2200" b="1" dirty="0"/>
              <a:t>Единый дневник:</a:t>
            </a:r>
            <a:r>
              <a:rPr lang="ru-RU" sz="2200" dirty="0"/>
              <a:t> заметки, теги, изображения на сайте.</a:t>
            </a:r>
          </a:p>
          <a:p>
            <a:r>
              <a:rPr lang="ru-RU" sz="2200" b="1" dirty="0"/>
              <a:t>Алиса</a:t>
            </a:r>
            <a:r>
              <a:rPr lang="ru-RU" sz="2200" dirty="0"/>
              <a:t> как второй интерфейс: список заметок, быстрая запись, погода, подсказки по командам.</a:t>
            </a:r>
          </a:p>
          <a:p>
            <a:r>
              <a:rPr lang="ru-RU" sz="2200" b="1" dirty="0"/>
              <a:t>Привязка без сложного </a:t>
            </a:r>
            <a:r>
              <a:rPr lang="ru-RU" sz="2200" b="1" dirty="0" err="1"/>
              <a:t>OAuth</a:t>
            </a:r>
            <a:r>
              <a:rPr lang="ru-RU" sz="2200" b="1" dirty="0"/>
              <a:t> на первом этапе:</a:t>
            </a:r>
            <a:r>
              <a:rPr lang="ru-RU" sz="2200" dirty="0"/>
              <a:t> одноразовый </a:t>
            </a:r>
            <a:r>
              <a:rPr lang="ru-RU" sz="2200" b="1" dirty="0" smtClean="0"/>
              <a:t>шестизначный</a:t>
            </a:r>
            <a:r>
              <a:rPr lang="ru-RU" sz="2200" b="1" dirty="0"/>
              <a:t> </a:t>
            </a:r>
            <a:r>
              <a:rPr lang="ru-RU" sz="2200" b="1" dirty="0" smtClean="0"/>
              <a:t>код с сайта.</a:t>
            </a:r>
            <a:endParaRPr lang="ru-RU" sz="2200" dirty="0"/>
          </a:p>
          <a:p>
            <a:pPr marL="0" indent="0"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72300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Для кого и какие задачи </a:t>
            </a:r>
            <a:r>
              <a:rPr lang="ru-RU" b="1" dirty="0" smtClean="0"/>
              <a:t>решает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/>
              <a:t>Студенту или пользователю: быстро </a:t>
            </a:r>
            <a:r>
              <a:rPr lang="ru-RU" sz="2200" b="1" dirty="0"/>
              <a:t>диктовать</a:t>
            </a:r>
            <a:r>
              <a:rPr lang="ru-RU" sz="2200" dirty="0"/>
              <a:t> идею, потом править на сайте.</a:t>
            </a:r>
          </a:p>
          <a:p>
            <a:r>
              <a:rPr lang="ru-RU" sz="2200" dirty="0"/>
              <a:t>Разработчику курса: демонстрация </a:t>
            </a:r>
            <a:r>
              <a:rPr lang="ru-RU" sz="2200" b="1" dirty="0"/>
              <a:t>WEB + внешний HTTP-вызов</a:t>
            </a:r>
            <a:r>
              <a:rPr lang="ru-RU" sz="2200" dirty="0"/>
              <a:t> (Диалоги → наш </a:t>
            </a:r>
            <a:r>
              <a:rPr lang="ru-RU" sz="2200" dirty="0" err="1"/>
              <a:t>backend</a:t>
            </a:r>
            <a:r>
              <a:rPr lang="ru-RU" sz="2200" dirty="0"/>
              <a:t>) и </a:t>
            </a:r>
            <a:r>
              <a:rPr lang="ru-RU" sz="2200" b="1" dirty="0"/>
              <a:t>стороннего API</a:t>
            </a:r>
            <a:r>
              <a:rPr lang="ru-RU" sz="2200" dirty="0"/>
              <a:t> (погода).</a:t>
            </a:r>
          </a:p>
          <a:p>
            <a:r>
              <a:rPr lang="ru-RU" sz="2200" dirty="0"/>
              <a:t>Задачи: хранение в </a:t>
            </a:r>
            <a:r>
              <a:rPr lang="ru-RU" sz="2200" b="1" dirty="0" err="1"/>
              <a:t>SQLite</a:t>
            </a:r>
            <a:r>
              <a:rPr lang="ru-RU" sz="2200" dirty="0"/>
              <a:t>, </a:t>
            </a:r>
            <a:r>
              <a:rPr lang="ru-RU" sz="2200" b="1" dirty="0"/>
              <a:t>ORM</a:t>
            </a:r>
            <a:r>
              <a:rPr lang="ru-RU" sz="2200" dirty="0"/>
              <a:t>, </a:t>
            </a:r>
            <a:r>
              <a:rPr lang="ru-RU" sz="2200" b="1" dirty="0"/>
              <a:t>авторизация</a:t>
            </a:r>
            <a:r>
              <a:rPr lang="ru-RU" sz="2200" dirty="0"/>
              <a:t>, </a:t>
            </a:r>
            <a:r>
              <a:rPr lang="ru-RU" sz="2200" b="1" dirty="0"/>
              <a:t>загрузка файлов</a:t>
            </a:r>
            <a:r>
              <a:rPr lang="ru-RU" sz="2200" dirty="0"/>
              <a:t>, </a:t>
            </a:r>
            <a:r>
              <a:rPr lang="ru-RU" sz="2200" b="1" dirty="0"/>
              <a:t>REST</a:t>
            </a:r>
            <a:r>
              <a:rPr lang="ru-RU" sz="2200" dirty="0"/>
              <a:t>, </a:t>
            </a:r>
            <a:r>
              <a:rPr lang="ru-RU" sz="2200" b="1" dirty="0"/>
              <a:t>интеграция с Алисой</a:t>
            </a:r>
            <a:r>
              <a:rPr lang="ru-RU" sz="2200" dirty="0"/>
              <a:t>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878029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 </a:t>
            </a:r>
            <a:r>
              <a:rPr lang="ru-RU" b="1" dirty="0" smtClean="0"/>
              <a:t>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Flask</a:t>
            </a:r>
            <a:r>
              <a:rPr lang="en-US" sz="2200" dirty="0"/>
              <a:t>, </a:t>
            </a:r>
            <a:r>
              <a:rPr lang="ru-RU" sz="2200" dirty="0"/>
              <a:t>фабрика приложения, </a:t>
            </a:r>
            <a:r>
              <a:rPr lang="en-US" sz="2200" b="1" dirty="0"/>
              <a:t>blueprints</a:t>
            </a:r>
            <a:r>
              <a:rPr lang="en-US" sz="2200" dirty="0"/>
              <a:t>: </a:t>
            </a:r>
            <a:r>
              <a:rPr lang="ru-RU" sz="2200" dirty="0"/>
              <a:t>авторизация, основной сайт, </a:t>
            </a:r>
            <a:r>
              <a:rPr lang="en-US" sz="2200" dirty="0"/>
              <a:t>REST API, </a:t>
            </a:r>
            <a:r>
              <a:rPr lang="ru-RU" sz="2200" b="1" dirty="0"/>
              <a:t>модуль Алисы</a:t>
            </a:r>
            <a:r>
              <a:rPr lang="ru-RU" sz="2200" dirty="0"/>
              <a:t>.</a:t>
            </a:r>
          </a:p>
          <a:p>
            <a:r>
              <a:rPr lang="en-US" sz="2200" b="1" dirty="0"/>
              <a:t>POST /</a:t>
            </a:r>
            <a:r>
              <a:rPr lang="en-US" sz="2200" b="1" dirty="0" err="1"/>
              <a:t>alice</a:t>
            </a:r>
            <a:r>
              <a:rPr lang="en-US" sz="2200" b="1" dirty="0"/>
              <a:t>/</a:t>
            </a:r>
            <a:r>
              <a:rPr lang="en-US" sz="2200" b="1" dirty="0" err="1"/>
              <a:t>webhook</a:t>
            </a:r>
            <a:r>
              <a:rPr lang="en-US" sz="2200" dirty="0"/>
              <a:t> </a:t>
            </a:r>
            <a:r>
              <a:rPr lang="ru-RU" sz="2200" dirty="0" smtClean="0"/>
              <a:t>-</a:t>
            </a:r>
            <a:r>
              <a:rPr lang="en-US" sz="2200" dirty="0" smtClean="0"/>
              <a:t> </a:t>
            </a:r>
            <a:r>
              <a:rPr lang="ru-RU" sz="2200" dirty="0"/>
              <a:t>точка входа для </a:t>
            </a:r>
            <a:r>
              <a:rPr lang="ru-RU" sz="2200" dirty="0" err="1"/>
              <a:t>Яндекс.Диалогов</a:t>
            </a:r>
            <a:r>
              <a:rPr lang="ru-RU" sz="2200" dirty="0"/>
              <a:t>; ответ в формате протокола (текст, </a:t>
            </a:r>
            <a:r>
              <a:rPr lang="en-US" sz="2200" dirty="0"/>
              <a:t>TTS, </a:t>
            </a:r>
            <a:r>
              <a:rPr lang="ru-RU" sz="2200" dirty="0"/>
              <a:t>конец сессии).</a:t>
            </a:r>
          </a:p>
          <a:p>
            <a:r>
              <a:rPr lang="ru-RU" sz="2200" dirty="0"/>
              <a:t>Опционально: проверка </a:t>
            </a:r>
            <a:r>
              <a:rPr lang="en-US" sz="2200" b="1" dirty="0"/>
              <a:t>X-Alice-Secret</a:t>
            </a:r>
            <a:r>
              <a:rPr lang="en-US" sz="2200" dirty="0"/>
              <a:t> </a:t>
            </a:r>
            <a:r>
              <a:rPr lang="ru-RU" sz="2200" dirty="0"/>
              <a:t>и переменная </a:t>
            </a:r>
            <a:r>
              <a:rPr lang="en-US" sz="2200" b="1" dirty="0"/>
              <a:t>ALICE_WEBHOOK_SECRET</a:t>
            </a:r>
            <a:r>
              <a:rPr lang="en-US" sz="2200" dirty="0"/>
              <a:t>.</a:t>
            </a:r>
          </a:p>
          <a:p>
            <a:r>
              <a:rPr lang="ru-RU" sz="2200" dirty="0"/>
              <a:t>Для тестов с ПК: </a:t>
            </a:r>
            <a:r>
              <a:rPr lang="en-US" sz="2200" b="1" dirty="0"/>
              <a:t>HTTPS </a:t>
            </a:r>
            <a:r>
              <a:rPr lang="ru-RU" sz="2200" b="1" dirty="0"/>
              <a:t>через </a:t>
            </a:r>
            <a:r>
              <a:rPr lang="en-US" sz="2200" b="1" dirty="0" err="1"/>
              <a:t>ngrok</a:t>
            </a:r>
            <a:r>
              <a:rPr lang="en-US" sz="2200" dirty="0"/>
              <a:t>, </a:t>
            </a:r>
            <a:r>
              <a:rPr lang="ru-RU" sz="2200" dirty="0"/>
              <a:t>публичный </a:t>
            </a:r>
            <a:r>
              <a:rPr lang="en-US" sz="2200" dirty="0"/>
              <a:t>URL </a:t>
            </a:r>
            <a:r>
              <a:rPr lang="ru-RU" sz="2200" dirty="0"/>
              <a:t>в настройках навыка.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06644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Данные и классы (</a:t>
            </a:r>
            <a:r>
              <a:rPr lang="en-US" b="1" dirty="0"/>
              <a:t>ORM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User</a:t>
            </a:r>
            <a:r>
              <a:rPr lang="en-US" sz="2200" dirty="0"/>
              <a:t> </a:t>
            </a:r>
            <a:r>
              <a:rPr lang="ru-RU" sz="2200" dirty="0" smtClean="0"/>
              <a:t>-</a:t>
            </a:r>
            <a:r>
              <a:rPr lang="en-US" sz="2200" dirty="0" smtClean="0"/>
              <a:t> </a:t>
            </a:r>
            <a:r>
              <a:rPr lang="ru-RU" sz="2200" dirty="0"/>
              <a:t>логин, </a:t>
            </a:r>
            <a:r>
              <a:rPr lang="en-US" sz="2200" dirty="0"/>
              <a:t>email, </a:t>
            </a:r>
            <a:r>
              <a:rPr lang="ru-RU" sz="2200" dirty="0" err="1"/>
              <a:t>хэш</a:t>
            </a:r>
            <a:r>
              <a:rPr lang="ru-RU" sz="2200" dirty="0"/>
              <a:t> пароля, </a:t>
            </a:r>
            <a:r>
              <a:rPr lang="ru-RU" sz="2200" dirty="0" err="1"/>
              <a:t>токен</a:t>
            </a:r>
            <a:r>
              <a:rPr lang="ru-RU" sz="2200" dirty="0"/>
              <a:t> для </a:t>
            </a:r>
            <a:r>
              <a:rPr lang="en-US" sz="2200" dirty="0"/>
              <a:t>REST.</a:t>
            </a:r>
          </a:p>
          <a:p>
            <a:r>
              <a:rPr lang="en-US" sz="2200" b="1" dirty="0"/>
              <a:t>Note</a:t>
            </a:r>
            <a:r>
              <a:rPr lang="en-US" sz="2200" dirty="0"/>
              <a:t>, </a:t>
            </a:r>
            <a:r>
              <a:rPr lang="en-US" sz="2200" b="1" dirty="0"/>
              <a:t>Tag</a:t>
            </a:r>
            <a:r>
              <a:rPr lang="en-US" sz="2200" dirty="0"/>
              <a:t>, </a:t>
            </a:r>
            <a:r>
              <a:rPr lang="ru-RU" sz="2200" dirty="0"/>
              <a:t>связь </a:t>
            </a:r>
            <a:r>
              <a:rPr lang="ru-RU" sz="2200" b="1" dirty="0"/>
              <a:t>многие-ко-многим</a:t>
            </a:r>
            <a:r>
              <a:rPr lang="ru-RU" sz="2200" dirty="0"/>
              <a:t> для тегов.</a:t>
            </a:r>
          </a:p>
          <a:p>
            <a:r>
              <a:rPr lang="en-US" sz="2200" b="1" dirty="0" err="1"/>
              <a:t>AliceLinkToken</a:t>
            </a:r>
            <a:r>
              <a:rPr lang="en-US" sz="2200" dirty="0"/>
              <a:t> </a:t>
            </a:r>
            <a:r>
              <a:rPr lang="ru-RU" sz="2200" dirty="0" smtClean="0"/>
              <a:t>-</a:t>
            </a:r>
            <a:r>
              <a:rPr lang="en-US" sz="2200" dirty="0" smtClean="0"/>
              <a:t> </a:t>
            </a:r>
            <a:r>
              <a:rPr lang="ru-RU" sz="2200" dirty="0"/>
              <a:t>временный код привязки с сайта.</a:t>
            </a:r>
          </a:p>
          <a:p>
            <a:r>
              <a:rPr lang="en-US" sz="2200" b="1" dirty="0" err="1"/>
              <a:t>AliceLink</a:t>
            </a:r>
            <a:r>
              <a:rPr lang="en-US" sz="2200" dirty="0"/>
              <a:t> </a:t>
            </a:r>
            <a:r>
              <a:rPr lang="ru-RU" sz="2200" dirty="0" smtClean="0"/>
              <a:t>-</a:t>
            </a:r>
            <a:r>
              <a:rPr lang="en-US" sz="2200" dirty="0" smtClean="0"/>
              <a:t> </a:t>
            </a:r>
            <a:r>
              <a:rPr lang="ru-RU" sz="2200" dirty="0"/>
              <a:t>сопоставление </a:t>
            </a:r>
            <a:r>
              <a:rPr lang="en-US" sz="2200" b="1" dirty="0" err="1"/>
              <a:t>session.user.user_id</a:t>
            </a:r>
            <a:r>
              <a:rPr lang="en-US" sz="2200" dirty="0"/>
              <a:t> (</a:t>
            </a:r>
            <a:r>
              <a:rPr lang="ru-RU" sz="2200" dirty="0"/>
              <a:t>Яндекс) с пользователем сайта.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4101116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Сценарии навыка </a:t>
            </a:r>
            <a:r>
              <a:rPr lang="ru-RU" b="1" dirty="0" smtClean="0"/>
              <a:t>Алисы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Первый заход: подсказка зайти на сайт и получить </a:t>
            </a:r>
            <a:r>
              <a:rPr lang="ru-RU" b="1" dirty="0"/>
              <a:t>код</a:t>
            </a:r>
            <a:r>
              <a:rPr lang="ru-RU" dirty="0"/>
              <a:t>.</a:t>
            </a:r>
          </a:p>
          <a:p>
            <a:r>
              <a:rPr lang="ru-RU" dirty="0"/>
              <a:t>Фраза с </a:t>
            </a:r>
            <a:r>
              <a:rPr lang="ru-RU" b="1" dirty="0"/>
              <a:t>шестью цифрами</a:t>
            </a:r>
            <a:r>
              <a:rPr lang="ru-RU" dirty="0"/>
              <a:t> </a:t>
            </a:r>
            <a:r>
              <a:rPr lang="ru-RU" dirty="0" smtClean="0"/>
              <a:t>- </a:t>
            </a:r>
            <a:r>
              <a:rPr lang="ru-RU" dirty="0"/>
              <a:t>привязка аккаунта.</a:t>
            </a:r>
          </a:p>
          <a:p>
            <a:r>
              <a:rPr lang="ru-RU" b="1" dirty="0"/>
              <a:t>«Список заметок»</a:t>
            </a:r>
            <a:r>
              <a:rPr lang="ru-RU" dirty="0"/>
              <a:t> </a:t>
            </a:r>
            <a:r>
              <a:rPr lang="ru-RU" dirty="0" smtClean="0"/>
              <a:t>- </a:t>
            </a:r>
            <a:r>
              <a:rPr lang="ru-RU" dirty="0"/>
              <a:t>озвучивание последних записей (с номерами для команд с тегами).</a:t>
            </a:r>
          </a:p>
          <a:p>
            <a:r>
              <a:rPr lang="ru-RU" b="1" dirty="0"/>
              <a:t>«Запиши …»</a:t>
            </a:r>
            <a:r>
              <a:rPr lang="ru-RU" dirty="0"/>
              <a:t>, </a:t>
            </a:r>
            <a:r>
              <a:rPr lang="ru-RU" b="1" dirty="0"/>
              <a:t>«Заметка … | …»</a:t>
            </a:r>
            <a:r>
              <a:rPr lang="ru-RU" dirty="0"/>
              <a:t> </a:t>
            </a:r>
            <a:r>
              <a:rPr lang="ru-RU" dirty="0" smtClean="0"/>
              <a:t>- </a:t>
            </a:r>
            <a:r>
              <a:rPr lang="ru-RU" dirty="0"/>
              <a:t>создание заметок.</a:t>
            </a:r>
          </a:p>
          <a:p>
            <a:r>
              <a:rPr lang="ru-RU" b="1" dirty="0"/>
              <a:t>«Теги …»</a:t>
            </a:r>
            <a:r>
              <a:rPr lang="ru-RU" dirty="0"/>
              <a:t> </a:t>
            </a:r>
            <a:r>
              <a:rPr lang="ru-RU" dirty="0" smtClean="0"/>
              <a:t>- </a:t>
            </a:r>
            <a:r>
              <a:rPr lang="ru-RU" dirty="0"/>
              <a:t>обновление тегов по номеру заметки.</a:t>
            </a:r>
          </a:p>
          <a:p>
            <a:r>
              <a:rPr lang="ru-RU" b="1" dirty="0"/>
              <a:t>«Погода»</a:t>
            </a:r>
            <a:r>
              <a:rPr lang="ru-RU" dirty="0"/>
              <a:t> </a:t>
            </a:r>
            <a:r>
              <a:rPr lang="ru-RU" dirty="0" smtClean="0"/>
              <a:t>- </a:t>
            </a:r>
            <a:r>
              <a:rPr lang="ru-RU" dirty="0"/>
              <a:t>данные </a:t>
            </a:r>
            <a:r>
              <a:rPr lang="ru-RU" dirty="0" err="1"/>
              <a:t>Open-Meteo</a:t>
            </a:r>
            <a:r>
              <a:rPr lang="ru-RU" dirty="0"/>
              <a:t>.</a:t>
            </a:r>
          </a:p>
          <a:p>
            <a:r>
              <a:rPr lang="ru-RU" b="1" dirty="0"/>
              <a:t>«Выход»</a:t>
            </a:r>
            <a:r>
              <a:rPr lang="ru-RU" dirty="0"/>
              <a:t> </a:t>
            </a:r>
            <a:r>
              <a:rPr lang="ru-RU" dirty="0" smtClean="0"/>
              <a:t>- </a:t>
            </a:r>
            <a:r>
              <a:rPr lang="ru-RU" dirty="0"/>
              <a:t>завершение сессии навыка.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412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Веб-интерфейс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846781"/>
            <a:ext cx="8825659" cy="3416300"/>
          </a:xfrm>
        </p:spPr>
        <p:txBody>
          <a:bodyPr>
            <a:normAutofit/>
          </a:bodyPr>
          <a:lstStyle/>
          <a:p>
            <a:r>
              <a:rPr lang="ru-RU" sz="2200" b="1" dirty="0" err="1"/>
              <a:t>Bootstrap</a:t>
            </a:r>
            <a:r>
              <a:rPr lang="ru-RU" sz="2200" b="1" dirty="0"/>
              <a:t> 5</a:t>
            </a:r>
            <a:r>
              <a:rPr lang="ru-RU" sz="2200" dirty="0"/>
              <a:t>, </a:t>
            </a:r>
            <a:r>
              <a:rPr lang="ru-RU" sz="2200" dirty="0" err="1"/>
              <a:t>дашборд</a:t>
            </a:r>
            <a:r>
              <a:rPr lang="ru-RU" sz="2200" dirty="0"/>
              <a:t>, список заметок с пагинацией, формы с </a:t>
            </a:r>
            <a:r>
              <a:rPr lang="ru-RU" sz="2200" b="1" dirty="0"/>
              <a:t>CSRF</a:t>
            </a:r>
            <a:r>
              <a:rPr lang="ru-RU" sz="2200" dirty="0"/>
              <a:t>.</a:t>
            </a:r>
          </a:p>
          <a:p>
            <a:r>
              <a:rPr lang="ru-RU" sz="2200" dirty="0"/>
              <a:t>Раздел </a:t>
            </a:r>
            <a:r>
              <a:rPr lang="ru-RU" sz="2200" b="1" dirty="0"/>
              <a:t>«Алиса»</a:t>
            </a:r>
            <a:r>
              <a:rPr lang="ru-RU" sz="2200" dirty="0"/>
              <a:t>: инструкция, генерация кода, список голосовых команд.</a:t>
            </a:r>
          </a:p>
          <a:p>
            <a:r>
              <a:rPr lang="ru-RU" sz="2200" dirty="0"/>
              <a:t>Загрузка </a:t>
            </a:r>
            <a:r>
              <a:rPr lang="ru-RU" sz="2200" b="1" dirty="0"/>
              <a:t>изображений</a:t>
            </a:r>
            <a:r>
              <a:rPr lang="ru-RU" sz="2200" dirty="0"/>
              <a:t> к заметкам; раздача файлов только </a:t>
            </a:r>
            <a:r>
              <a:rPr lang="ru-RU" sz="2200" b="1" dirty="0"/>
              <a:t>владельцу</a:t>
            </a:r>
            <a:r>
              <a:rPr lang="ru-RU" sz="2200" dirty="0"/>
              <a:t>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679049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REST </a:t>
            </a:r>
            <a:r>
              <a:rPr lang="en-US" b="1" dirty="0" smtClean="0"/>
              <a:t>API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737724"/>
            <a:ext cx="8825659" cy="3416300"/>
          </a:xfrm>
        </p:spPr>
        <p:txBody>
          <a:bodyPr>
            <a:normAutofit/>
          </a:bodyPr>
          <a:lstStyle/>
          <a:p>
            <a:r>
              <a:rPr lang="ru-RU" sz="2200" dirty="0" err="1"/>
              <a:t>Эндпоинты</a:t>
            </a:r>
            <a:r>
              <a:rPr lang="ru-RU" sz="2200" dirty="0"/>
              <a:t> </a:t>
            </a:r>
            <a:r>
              <a:rPr lang="ru-RU" sz="2200" b="1" dirty="0"/>
              <a:t>/</a:t>
            </a:r>
            <a:r>
              <a:rPr lang="en-US" sz="2200" b="1" dirty="0" err="1"/>
              <a:t>api</a:t>
            </a:r>
            <a:r>
              <a:rPr lang="en-US" sz="2200" b="1" dirty="0"/>
              <a:t>/v1/notes</a:t>
            </a:r>
            <a:r>
              <a:rPr lang="en-US" sz="2200" dirty="0"/>
              <a:t>, </a:t>
            </a:r>
            <a:r>
              <a:rPr lang="en-US" sz="2200" b="1" dirty="0"/>
              <a:t>/</a:t>
            </a:r>
            <a:r>
              <a:rPr lang="en-US" sz="2200" b="1" dirty="0" err="1"/>
              <a:t>api</a:t>
            </a:r>
            <a:r>
              <a:rPr lang="en-US" sz="2200" b="1" dirty="0"/>
              <a:t>/v1/</a:t>
            </a:r>
            <a:r>
              <a:rPr lang="en-US" sz="2200" b="1" dirty="0" err="1"/>
              <a:t>whoami</a:t>
            </a:r>
            <a:r>
              <a:rPr lang="en-US" sz="2200" dirty="0"/>
              <a:t>.</a:t>
            </a:r>
          </a:p>
          <a:p>
            <a:r>
              <a:rPr lang="ru-RU" sz="2200" dirty="0"/>
              <a:t>Аутентификация: </a:t>
            </a:r>
            <a:r>
              <a:rPr lang="en-US" sz="2200" b="1" dirty="0"/>
              <a:t>Authorization: Bearer</a:t>
            </a:r>
            <a:r>
              <a:rPr lang="en-US" sz="2200" dirty="0"/>
              <a:t> (</a:t>
            </a:r>
            <a:r>
              <a:rPr lang="ru-RU" sz="2200" dirty="0" err="1"/>
              <a:t>токен</a:t>
            </a:r>
            <a:r>
              <a:rPr lang="ru-RU" sz="2200" dirty="0"/>
              <a:t> в профиле).</a:t>
            </a:r>
          </a:p>
          <a:p>
            <a:r>
              <a:rPr lang="ru-RU" sz="2200" dirty="0"/>
              <a:t>Тот же набор данных, что и в веб-части: единая модель </a:t>
            </a:r>
            <a:r>
              <a:rPr lang="en-US" sz="2200" b="1" dirty="0"/>
              <a:t>Note</a:t>
            </a:r>
            <a:r>
              <a:rPr lang="en-US" sz="2200" dirty="0"/>
              <a:t> </a:t>
            </a:r>
            <a:r>
              <a:rPr lang="ru-RU" sz="2200" dirty="0"/>
              <a:t>для сайта, </a:t>
            </a:r>
            <a:r>
              <a:rPr lang="en-US" sz="2200" dirty="0"/>
              <a:t>API </a:t>
            </a:r>
            <a:r>
              <a:rPr lang="ru-RU" sz="2200" dirty="0"/>
              <a:t>и (после привязки) Алисы.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453343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Использованные </a:t>
            </a:r>
            <a:r>
              <a:rPr lang="ru-RU" b="1" dirty="0" smtClean="0"/>
              <a:t>технологии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Python 3</a:t>
            </a:r>
            <a:r>
              <a:rPr lang="en-US" sz="2200" dirty="0"/>
              <a:t>, </a:t>
            </a:r>
            <a:r>
              <a:rPr lang="en-US" sz="2200" b="1" dirty="0"/>
              <a:t>Flask</a:t>
            </a:r>
            <a:r>
              <a:rPr lang="en-US" sz="2200" dirty="0"/>
              <a:t>, </a:t>
            </a:r>
            <a:r>
              <a:rPr lang="en-US" sz="2200" b="1" dirty="0"/>
              <a:t>Flask-</a:t>
            </a:r>
            <a:r>
              <a:rPr lang="en-US" sz="2200" b="1" dirty="0" err="1"/>
              <a:t>SQLAlchemy</a:t>
            </a:r>
            <a:r>
              <a:rPr lang="en-US" sz="2200" dirty="0"/>
              <a:t>, </a:t>
            </a:r>
            <a:r>
              <a:rPr lang="en-US" sz="2200" b="1" dirty="0"/>
              <a:t>Flask-Login</a:t>
            </a:r>
            <a:r>
              <a:rPr lang="en-US" sz="2200" dirty="0"/>
              <a:t>, </a:t>
            </a:r>
            <a:r>
              <a:rPr lang="en-US" sz="2200" b="1" dirty="0"/>
              <a:t>Flask-WTF</a:t>
            </a:r>
            <a:r>
              <a:rPr lang="en-US" sz="2200" dirty="0"/>
              <a:t>, </a:t>
            </a:r>
            <a:r>
              <a:rPr lang="en-US" sz="2200" b="1" dirty="0" err="1"/>
              <a:t>WTForms</a:t>
            </a:r>
            <a:endParaRPr lang="en-US" sz="2200" dirty="0"/>
          </a:p>
          <a:p>
            <a:r>
              <a:rPr lang="en-US" sz="2200" b="1" dirty="0"/>
              <a:t>SQLite</a:t>
            </a:r>
            <a:r>
              <a:rPr lang="en-US" sz="2200" dirty="0"/>
              <a:t>, </a:t>
            </a:r>
            <a:r>
              <a:rPr lang="en-US" sz="2200" b="1" dirty="0"/>
              <a:t>requests</a:t>
            </a:r>
            <a:r>
              <a:rPr lang="en-US" sz="2200" dirty="0"/>
              <a:t>, </a:t>
            </a:r>
            <a:r>
              <a:rPr lang="en-US" sz="2200" b="1" dirty="0"/>
              <a:t>python-</a:t>
            </a:r>
            <a:r>
              <a:rPr lang="en-US" sz="2200" b="1" dirty="0" err="1"/>
              <a:t>dotenv</a:t>
            </a:r>
            <a:r>
              <a:rPr lang="en-US" sz="2200" dirty="0"/>
              <a:t>, </a:t>
            </a:r>
            <a:r>
              <a:rPr lang="en-US" sz="2200" b="1" dirty="0" err="1"/>
              <a:t>gunicorn</a:t>
            </a:r>
            <a:r>
              <a:rPr lang="en-US" sz="2200" dirty="0"/>
              <a:t> + </a:t>
            </a:r>
            <a:r>
              <a:rPr lang="en-US" sz="2200" b="1" dirty="0"/>
              <a:t>wsgi.py</a:t>
            </a:r>
            <a:endParaRPr lang="en-US" sz="2200" dirty="0"/>
          </a:p>
          <a:p>
            <a:r>
              <a:rPr lang="en-US" sz="2200" b="1" dirty="0"/>
              <a:t>Bootstrap</a:t>
            </a:r>
            <a:r>
              <a:rPr lang="en-US" sz="2200" dirty="0"/>
              <a:t> (CDN), </a:t>
            </a:r>
            <a:r>
              <a:rPr lang="en-US" sz="2200" b="1" dirty="0"/>
              <a:t>JSON-</a:t>
            </a:r>
            <a:r>
              <a:rPr lang="ru-RU" sz="2200" b="1" dirty="0"/>
              <a:t>протокол </a:t>
            </a:r>
            <a:r>
              <a:rPr lang="ru-RU" sz="2200" b="1" dirty="0" err="1"/>
              <a:t>Яндекс.Диалогов</a:t>
            </a:r>
            <a:endParaRPr lang="ru-RU" sz="2200" dirty="0"/>
          </a:p>
          <a:p>
            <a:r>
              <a:rPr lang="en-US" sz="2200" b="1" dirty="0"/>
              <a:t>requirements.txt</a:t>
            </a:r>
            <a:r>
              <a:rPr lang="en-US" sz="2200" dirty="0"/>
              <a:t>, </a:t>
            </a:r>
            <a:r>
              <a:rPr lang="ru-RU" sz="2200" dirty="0"/>
              <a:t>переменные окружения, готовность к </a:t>
            </a:r>
            <a:r>
              <a:rPr lang="ru-RU" sz="2200" b="1" dirty="0"/>
              <a:t>хостингу</a:t>
            </a:r>
            <a:endParaRPr lang="ru-RU" sz="2200" dirty="0"/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012252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Результаты и </a:t>
            </a:r>
            <a:r>
              <a:rPr lang="ru-RU" b="1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/>
              <a:t>Реализованы </a:t>
            </a:r>
            <a:r>
              <a:rPr lang="ru-RU" sz="2200" b="1" dirty="0"/>
              <a:t>два канала доступа</a:t>
            </a:r>
            <a:r>
              <a:rPr lang="ru-RU" sz="2200" dirty="0"/>
              <a:t> к одним данным: браузер и </a:t>
            </a:r>
            <a:r>
              <a:rPr lang="ru-RU" sz="2200" b="1" dirty="0"/>
              <a:t>Алиса</a:t>
            </a:r>
            <a:r>
              <a:rPr lang="ru-RU" sz="2200" dirty="0"/>
              <a:t>.</a:t>
            </a:r>
          </a:p>
          <a:p>
            <a:r>
              <a:rPr lang="ru-RU" sz="2200" dirty="0"/>
              <a:t>Показана работа </a:t>
            </a:r>
            <a:r>
              <a:rPr lang="ru-RU" sz="2200" b="1" dirty="0" err="1"/>
              <a:t>вебхука</a:t>
            </a:r>
            <a:r>
              <a:rPr lang="ru-RU" sz="2200" dirty="0"/>
              <a:t> и ограничение по времени ответа (важно для Диалогов).</a:t>
            </a:r>
          </a:p>
          <a:p>
            <a:r>
              <a:rPr lang="ru-RU" sz="2200" dirty="0"/>
              <a:t>Соблюдены требования курса: ORM, авторизация, файлы, REST, сторонний API, хостинг.</a:t>
            </a:r>
          </a:p>
          <a:p>
            <a:r>
              <a:rPr lang="ru-RU" sz="2200" dirty="0"/>
              <a:t>Привязка по </a:t>
            </a:r>
            <a:r>
              <a:rPr lang="ru-RU" sz="2200" b="1" dirty="0"/>
              <a:t>коду</a:t>
            </a:r>
            <a:r>
              <a:rPr lang="ru-RU" sz="2200" dirty="0"/>
              <a:t> упрощает демонстрацию без настройки </a:t>
            </a:r>
            <a:r>
              <a:rPr lang="ru-RU" sz="2200" dirty="0" err="1"/>
              <a:t>OAuth</a:t>
            </a:r>
            <a:r>
              <a:rPr lang="ru-RU" sz="2200" dirty="0"/>
              <a:t> на защите.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469772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Развитие и </a:t>
            </a:r>
            <a:r>
              <a:rPr lang="ru-RU" b="1" dirty="0" smtClean="0"/>
              <a:t>вопросы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/>
              <a:t>Официальная </a:t>
            </a:r>
            <a:r>
              <a:rPr lang="ru-RU" sz="2200" b="1" dirty="0"/>
              <a:t>связка аккаунтов</a:t>
            </a:r>
            <a:r>
              <a:rPr lang="ru-RU" sz="2200" dirty="0"/>
              <a:t> Яндекс </a:t>
            </a:r>
            <a:r>
              <a:rPr lang="ru-RU" sz="2200" dirty="0" err="1"/>
              <a:t>OAuth</a:t>
            </a:r>
            <a:r>
              <a:rPr lang="ru-RU" sz="2200" dirty="0"/>
              <a:t> вместо кода.</a:t>
            </a:r>
          </a:p>
          <a:p>
            <a:r>
              <a:rPr lang="ru-RU" sz="2200" dirty="0"/>
              <a:t>NLU-</a:t>
            </a:r>
            <a:r>
              <a:rPr lang="ru-RU" sz="2200" dirty="0" err="1"/>
              <a:t>интенты</a:t>
            </a:r>
            <a:r>
              <a:rPr lang="ru-RU" sz="2200" dirty="0"/>
              <a:t> в консоли Диалогов для устойчивого разбора фраз.</a:t>
            </a:r>
          </a:p>
          <a:p>
            <a:r>
              <a:rPr lang="ru-RU" sz="2200" dirty="0"/>
              <a:t>Карточки </a:t>
            </a:r>
            <a:r>
              <a:rPr lang="ru-RU" sz="2200" b="1" dirty="0" err="1"/>
              <a:t>BigImage</a:t>
            </a:r>
            <a:r>
              <a:rPr lang="ru-RU" sz="2200" dirty="0"/>
              <a:t> с картинками заметок (публичный PUBLIC_BASE_URL).</a:t>
            </a:r>
          </a:p>
          <a:p>
            <a:r>
              <a:rPr lang="ru-RU" sz="2200" dirty="0" err="1"/>
              <a:t>PostgreSQL</a:t>
            </a:r>
            <a:r>
              <a:rPr lang="ru-RU" sz="2200" dirty="0"/>
              <a:t>, </a:t>
            </a:r>
            <a:r>
              <a:rPr lang="ru-RU" sz="2200" dirty="0" err="1"/>
              <a:t>логирование</a:t>
            </a:r>
            <a:r>
              <a:rPr lang="ru-RU" sz="2200" dirty="0"/>
              <a:t> запросов Алисы, тесты </a:t>
            </a:r>
            <a:r>
              <a:rPr lang="ru-RU" sz="2200" dirty="0" err="1"/>
              <a:t>вебхука</a:t>
            </a:r>
            <a:r>
              <a:rPr lang="ru-RU" sz="2200" dirty="0"/>
              <a:t>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285708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Ион (конференц-зал)</Template>
  <TotalTime>12</TotalTime>
  <Words>91</Words>
  <Application>Microsoft Office PowerPoint</Application>
  <PresentationFormat>Широкоэкранный</PresentationFormat>
  <Paragraphs>60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Совет директоров</vt:lpstr>
      <vt:lpstr>Дневник заметок и навык Яндекс.Алисы</vt:lpstr>
      <vt:lpstr>Актуальность</vt:lpstr>
      <vt:lpstr>Проблема и цель</vt:lpstr>
      <vt:lpstr>Идея проекта</vt:lpstr>
      <vt:lpstr>Для кого и какие задачи решает</vt:lpstr>
      <vt:lpstr>Архитектура решения</vt:lpstr>
      <vt:lpstr>Данные и классы (ORM)</vt:lpstr>
      <vt:lpstr>Сценарии навыка Алисы</vt:lpstr>
      <vt:lpstr>Веб-интерфейс</vt:lpstr>
      <vt:lpstr>REST API</vt:lpstr>
      <vt:lpstr>Использованные технологии</vt:lpstr>
      <vt:lpstr>Результаты и выводы</vt:lpstr>
      <vt:lpstr>Развитие и вопросы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Дневник заметок и навык Яндекс.Алисы</dc:title>
  <dc:creator>Администратор</dc:creator>
  <cp:lastModifiedBy>Администратор</cp:lastModifiedBy>
  <cp:revision>2</cp:revision>
  <dcterms:created xsi:type="dcterms:W3CDTF">2026-05-14T09:25:31Z</dcterms:created>
  <dcterms:modified xsi:type="dcterms:W3CDTF">2026-05-14T09:37:49Z</dcterms:modified>
</cp:coreProperties>
</file>